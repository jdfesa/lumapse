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599"/>
    <p:restoredTop sz="94674"/>
  </p:normalViewPr>
  <p:slideViewPr>
    <p:cSldViewPr snapToGrid="0" snapToObjects="1">
      <p:cViewPr varScale="1">
        <p:scale>
          <a:sx n="196" d="100"/>
          <a:sy n="196" d="100"/>
        </p:scale>
        <p:origin x="368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Lumapse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Lumapse</a:t>
            </a:r>
            <a:r>
              <a:rPr lang="en-US" dirty="0"/>
              <a:t>: </a:t>
            </a:r>
            <a:r>
              <a:rPr lang="en-US" dirty="0" err="1"/>
              <a:t>Gestión</a:t>
            </a:r>
            <a:r>
              <a:rPr lang="en-US" dirty="0"/>
              <a:t> de </a:t>
            </a:r>
            <a:r>
              <a:rPr lang="en-US" dirty="0" err="1"/>
              <a:t>conocimiento</a:t>
            </a:r>
            <a:r>
              <a:rPr lang="en-US" dirty="0"/>
              <a:t> </a:t>
            </a:r>
            <a:r>
              <a:rPr lang="en-US" dirty="0" err="1"/>
              <a:t>minimalistaIntegrantes</a:t>
            </a:r>
            <a:r>
              <a:rPr lang="en-US" dirty="0"/>
              <a:t> del </a:t>
            </a:r>
            <a:r>
              <a:rPr lang="en-US" dirty="0" err="1"/>
              <a:t>equipo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Practicas</a:t>
            </a:r>
            <a:r>
              <a:rPr lang="en-US" dirty="0"/>
              <a:t> </a:t>
            </a:r>
            <a:r>
              <a:rPr lang="en-US" dirty="0" err="1"/>
              <a:t>Profesionalizantes</a:t>
            </a:r>
            <a:r>
              <a:rPr lang="en-US" dirty="0"/>
              <a:t> III / Prof. Ing. Parada Mauricio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Fricción</a:t>
            </a:r>
            <a:r>
              <a:rPr lang="en-US" dirty="0"/>
              <a:t> </a:t>
            </a:r>
            <a:r>
              <a:rPr lang="en-US" dirty="0" err="1"/>
              <a:t>inicial</a:t>
            </a:r>
            <a:r>
              <a:rPr lang="en-US" dirty="0"/>
              <a:t> (Logins, </a:t>
            </a:r>
            <a:r>
              <a:rPr lang="en-US" dirty="0" err="1"/>
              <a:t>configuraciones</a:t>
            </a:r>
            <a:r>
              <a:rPr lang="en-US" dirty="0"/>
              <a:t> </a:t>
            </a:r>
            <a:r>
              <a:rPr lang="en-US" dirty="0" err="1"/>
              <a:t>complejas</a:t>
            </a:r>
            <a:r>
              <a:rPr lang="en-US" dirty="0"/>
              <a:t>).</a:t>
            </a:r>
          </a:p>
          <a:p>
            <a:endParaRPr lang="en-US" dirty="0"/>
          </a:p>
          <a:p>
            <a:r>
              <a:rPr lang="en-US" dirty="0" err="1"/>
              <a:t>Dependencia</a:t>
            </a:r>
            <a:r>
              <a:rPr lang="en-US" dirty="0"/>
              <a:t> de internet.</a:t>
            </a:r>
          </a:p>
          <a:p>
            <a:endParaRPr lang="en-US" dirty="0"/>
          </a:p>
          <a:p>
            <a:r>
              <a:rPr lang="en-US" dirty="0" err="1"/>
              <a:t>Herramientas</a:t>
            </a:r>
            <a:r>
              <a:rPr lang="en-US" dirty="0"/>
              <a:t> </a:t>
            </a:r>
            <a:r>
              <a:rPr lang="en-US" dirty="0" err="1"/>
              <a:t>inadecuadas</a:t>
            </a:r>
            <a:r>
              <a:rPr lang="en-US" dirty="0"/>
              <a:t> (</a:t>
            </a:r>
            <a:r>
              <a:rPr lang="en-US" dirty="0" err="1"/>
              <a:t>demasiado</a:t>
            </a:r>
            <a:r>
              <a:rPr lang="en-US" dirty="0"/>
              <a:t> simples o </a:t>
            </a:r>
            <a:r>
              <a:rPr lang="en-US" dirty="0" err="1"/>
              <a:t>demasiado</a:t>
            </a:r>
            <a:r>
              <a:rPr lang="en-US" dirty="0"/>
              <a:t> </a:t>
            </a:r>
            <a:r>
              <a:rPr lang="en-US" dirty="0" err="1"/>
              <a:t>complejas</a:t>
            </a:r>
            <a:r>
              <a:rPr lang="en-US" dirty="0"/>
              <a:t>).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Contexto / Usuario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Usuarios</a:t>
            </a:r>
            <a:r>
              <a:rPr lang="en-US" dirty="0"/>
              <a:t>: </a:t>
            </a:r>
            <a:r>
              <a:rPr lang="en-US" dirty="0" err="1"/>
              <a:t>Estudiantes</a:t>
            </a:r>
            <a:r>
              <a:rPr lang="en-US" dirty="0"/>
              <a:t> de </a:t>
            </a:r>
            <a:r>
              <a:rPr lang="en-US" dirty="0" err="1"/>
              <a:t>nivel</a:t>
            </a:r>
            <a:r>
              <a:rPr lang="en-US" dirty="0"/>
              <a:t> superior.</a:t>
            </a:r>
          </a:p>
          <a:p>
            <a:endParaRPr lang="en-US" dirty="0"/>
          </a:p>
          <a:p>
            <a:r>
              <a:rPr lang="en-US" dirty="0" err="1"/>
              <a:t>Contexto</a:t>
            </a:r>
            <a:r>
              <a:rPr lang="en-US" dirty="0"/>
              <a:t>: Aulas, </a:t>
            </a:r>
            <a:r>
              <a:rPr lang="en-US" dirty="0" err="1"/>
              <a:t>bibliotecas</a:t>
            </a:r>
            <a:r>
              <a:rPr lang="en-US" dirty="0"/>
              <a:t>, </a:t>
            </a:r>
            <a:r>
              <a:rPr lang="en-US" dirty="0" err="1"/>
              <a:t>transporte</a:t>
            </a:r>
            <a:r>
              <a:rPr lang="en-US" dirty="0"/>
              <a:t> </a:t>
            </a:r>
            <a:r>
              <a:rPr lang="en-US" dirty="0" err="1"/>
              <a:t>público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Solución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Lumapse</a:t>
            </a:r>
            <a:r>
              <a:rPr lang="en-US" dirty="0"/>
              <a:t>: </a:t>
            </a:r>
            <a:r>
              <a:rPr lang="en-US" dirty="0" err="1"/>
              <a:t>Aplicación</a:t>
            </a:r>
            <a:r>
              <a:rPr lang="en-US" dirty="0"/>
              <a:t> Web </a:t>
            </a:r>
            <a:r>
              <a:rPr lang="en-US" dirty="0" err="1"/>
              <a:t>Progresiva</a:t>
            </a:r>
            <a:r>
              <a:rPr lang="en-US" dirty="0"/>
              <a:t> (PWA).</a:t>
            </a:r>
          </a:p>
          <a:p>
            <a:endParaRPr lang="en-US" dirty="0"/>
          </a:p>
          <a:p>
            <a:r>
              <a:rPr lang="en-US" dirty="0" err="1"/>
              <a:t>Minimalista</a:t>
            </a:r>
            <a:r>
              <a:rPr lang="en-US" dirty="0"/>
              <a:t> y </a:t>
            </a:r>
            <a:r>
              <a:rPr lang="en-US" dirty="0" err="1"/>
              <a:t>rápida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"Offline-first" (Primero sin </a:t>
            </a:r>
            <a:r>
              <a:rPr lang="en-US" dirty="0" err="1"/>
              <a:t>conexión</a:t>
            </a:r>
            <a:r>
              <a:rPr lang="en-US" dirty="0"/>
              <a:t>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Valor Diferencial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Estructura</a:t>
            </a:r>
            <a:r>
              <a:rPr lang="en-US" dirty="0"/>
              <a:t> </a:t>
            </a:r>
            <a:r>
              <a:rPr lang="en-US" dirty="0" err="1"/>
              <a:t>académica</a:t>
            </a:r>
            <a:r>
              <a:rPr lang="en-US" dirty="0"/>
              <a:t> "</a:t>
            </a:r>
            <a:r>
              <a:rPr lang="en-US" dirty="0" err="1"/>
              <a:t>Opinionada</a:t>
            </a:r>
            <a:r>
              <a:rPr lang="en-US" dirty="0"/>
              <a:t>" (Inbox, </a:t>
            </a:r>
            <a:r>
              <a:rPr lang="en-US" dirty="0" err="1"/>
              <a:t>Materias</a:t>
            </a:r>
            <a:r>
              <a:rPr lang="en-US" dirty="0"/>
              <a:t>, </a:t>
            </a:r>
            <a:r>
              <a:rPr lang="en-US" dirty="0" err="1"/>
              <a:t>Archivo</a:t>
            </a:r>
            <a:r>
              <a:rPr lang="en-US" dirty="0"/>
              <a:t>).</a:t>
            </a:r>
          </a:p>
          <a:p>
            <a:endParaRPr lang="en-US" dirty="0"/>
          </a:p>
          <a:p>
            <a:r>
              <a:rPr lang="en-US" dirty="0" err="1"/>
              <a:t>Soporte</a:t>
            </a:r>
            <a:r>
              <a:rPr lang="en-US" dirty="0"/>
              <a:t> Markdown </a:t>
            </a:r>
            <a:r>
              <a:rPr lang="en-US" dirty="0" err="1"/>
              <a:t>nativo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Privacidad</a:t>
            </a:r>
            <a:r>
              <a:rPr lang="en-US" dirty="0"/>
              <a:t> total (Datos locales).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Alcance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Incluye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Creación</a:t>
            </a:r>
            <a:r>
              <a:rPr lang="en-US" dirty="0"/>
              <a:t> de </a:t>
            </a:r>
            <a:r>
              <a:rPr lang="en-US" dirty="0" err="1"/>
              <a:t>notas</a:t>
            </a:r>
            <a:r>
              <a:rPr lang="en-US" dirty="0"/>
              <a:t>, Markdown, </a:t>
            </a:r>
            <a:r>
              <a:rPr lang="en-US" dirty="0" err="1"/>
              <a:t>guardado</a:t>
            </a:r>
            <a:r>
              <a:rPr lang="en-US" dirty="0"/>
              <a:t> local (MVP). </a:t>
            </a:r>
            <a:r>
              <a:rPr lang="en-US" dirty="0" err="1"/>
              <a:t>Exportación</a:t>
            </a:r>
            <a:r>
              <a:rPr lang="en-US" dirty="0"/>
              <a:t> manual.</a:t>
            </a:r>
          </a:p>
          <a:p>
            <a:endParaRPr lang="en-US" dirty="0"/>
          </a:p>
          <a:p>
            <a:r>
              <a:rPr lang="en-US" b="1" dirty="0"/>
              <a:t>NO </a:t>
            </a:r>
            <a:r>
              <a:rPr lang="en-US" b="1" dirty="0" err="1"/>
              <a:t>incluye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Sincronización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nube</a:t>
            </a:r>
            <a:r>
              <a:rPr lang="en-US" dirty="0"/>
              <a:t> entre </a:t>
            </a:r>
            <a:r>
              <a:rPr lang="en-US" dirty="0" err="1"/>
              <a:t>dispositivos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Viabilidad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Cero </a:t>
            </a:r>
            <a:r>
              <a:rPr lang="en-US" dirty="0" err="1"/>
              <a:t>costos</a:t>
            </a:r>
            <a:r>
              <a:rPr lang="en-US" dirty="0"/>
              <a:t> de </a:t>
            </a:r>
            <a:r>
              <a:rPr lang="en-US" dirty="0" err="1"/>
              <a:t>infraestructura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Base de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navegador</a:t>
            </a:r>
            <a:r>
              <a:rPr lang="en-US" dirty="0"/>
              <a:t> (</a:t>
            </a:r>
            <a:r>
              <a:rPr lang="en-US" dirty="0" err="1"/>
              <a:t>IndexedDB</a:t>
            </a:r>
            <a:r>
              <a:rPr lang="en-US" dirty="0"/>
              <a:t>).</a:t>
            </a:r>
          </a:p>
          <a:p>
            <a:endParaRPr lang="en-US" dirty="0"/>
          </a:p>
          <a:p>
            <a:r>
              <a:rPr lang="en-US" dirty="0" err="1"/>
              <a:t>Tecnologías</a:t>
            </a:r>
            <a:r>
              <a:rPr lang="en-US" dirty="0"/>
              <a:t> </a:t>
            </a:r>
            <a:r>
              <a:rPr lang="en-US" dirty="0" err="1"/>
              <a:t>estándar</a:t>
            </a:r>
            <a:r>
              <a:rPr lang="en-US" dirty="0"/>
              <a:t> (HTML, JS, PWA).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Cierre / Pitch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 err="1"/>
              <a:t>Lumapse</a:t>
            </a:r>
            <a:r>
              <a:rPr lang="en-US" dirty="0"/>
              <a:t>: El </a:t>
            </a:r>
            <a:r>
              <a:rPr lang="en-US" dirty="0" err="1"/>
              <a:t>conocimiento</a:t>
            </a:r>
            <a:r>
              <a:rPr lang="en-US" dirty="0"/>
              <a:t> </a:t>
            </a:r>
            <a:r>
              <a:rPr lang="en-US" dirty="0" err="1"/>
              <a:t>siempre</a:t>
            </a:r>
            <a:r>
              <a:rPr lang="en-US" dirty="0"/>
              <a:t> </a:t>
            </a:r>
            <a:r>
              <a:rPr lang="en-US" dirty="0" err="1"/>
              <a:t>accesible</a:t>
            </a:r>
            <a:r>
              <a:rPr lang="en-US" dirty="0"/>
              <a:t>, sin </a:t>
            </a:r>
            <a:r>
              <a:rPr lang="en-US" dirty="0" err="1"/>
              <a:t>fricción</a:t>
            </a:r>
            <a:r>
              <a:rPr lang="en-US" dirty="0"/>
              <a:t> y sin </a:t>
            </a:r>
            <a:r>
              <a:rPr lang="en-US" dirty="0" err="1"/>
              <a:t>conexión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177</Words>
  <Application>Microsoft Macintosh PowerPoint</Application>
  <PresentationFormat>On-screen Show (4:3)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Lumapse</vt:lpstr>
      <vt:lpstr>El Problema</vt:lpstr>
      <vt:lpstr>Contexto / Usuario</vt:lpstr>
      <vt:lpstr>La Solución</vt:lpstr>
      <vt:lpstr>Valor Diferencial</vt:lpstr>
      <vt:lpstr>Alcance del Proyecto</vt:lpstr>
      <vt:lpstr>Viabilidad</vt:lpstr>
      <vt:lpstr>Cierre / Pitch Final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del Proyecto</dc:title>
  <dc:subject/>
  <dc:creator>Mauricio Parada</dc:creator>
  <cp:keywords/>
  <dc:description>generated using python-pptx</dc:description>
  <cp:lastModifiedBy>Jose David</cp:lastModifiedBy>
  <cp:revision>4</cp:revision>
  <dcterms:created xsi:type="dcterms:W3CDTF">2013-01-27T09:14:16Z</dcterms:created>
  <dcterms:modified xsi:type="dcterms:W3CDTF">2026-04-10T21:48:20Z</dcterms:modified>
  <cp:category/>
</cp:coreProperties>
</file>